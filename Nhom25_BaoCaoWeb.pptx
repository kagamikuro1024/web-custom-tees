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6"/>
  </p:notesMasterIdLst>
  <p:handoutMasterIdLst>
    <p:handoutMasterId r:id="rId17"/>
  </p:handoutMasterIdLst>
  <p:sldIdLst>
    <p:sldId id="257" r:id="rId2"/>
    <p:sldId id="265" r:id="rId3"/>
    <p:sldId id="267" r:id="rId4"/>
    <p:sldId id="266" r:id="rId5"/>
    <p:sldId id="283" r:id="rId6"/>
    <p:sldId id="275" r:id="rId7"/>
    <p:sldId id="276" r:id="rId8"/>
    <p:sldId id="277" r:id="rId9"/>
    <p:sldId id="280" r:id="rId10"/>
    <p:sldId id="278" r:id="rId11"/>
    <p:sldId id="281" r:id="rId12"/>
    <p:sldId id="279" r:id="rId13"/>
    <p:sldId id="282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5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2026-01-09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2026-01-09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2026-01-09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2026-01-09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2026-01-09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2026-01-09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2026-01-09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2026-01-09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2026-01-09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2026-01-09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2026-01-09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5" r:id="rId3"/>
    <p:sldLayoutId id="2147483683" r:id="rId4"/>
    <p:sldLayoutId id="2147483676" r:id="rId5"/>
    <p:sldLayoutId id="2147483679" r:id="rId6"/>
    <p:sldLayoutId id="2147483680" r:id="rId7"/>
    <p:sldLayoutId id="2147483681" r:id="rId8"/>
    <p:sldLayoutId id="2147483682" r:id="rId9"/>
    <p:sldLayoutId id="214748367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áo</a:t>
            </a:r>
            <a:r>
              <a:rPr lang="en-US" dirty="0"/>
              <a:t> </a:t>
            </a:r>
            <a:r>
              <a:rPr lang="en-US" dirty="0" err="1"/>
              <a:t>thun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833258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 err="1"/>
              <a:t>Nhóm</a:t>
            </a:r>
            <a:r>
              <a:rPr lang="en-US" sz="2800" b="0" dirty="0"/>
              <a:t> 25.2: Lê Văn Quang Trung – 20225104</a:t>
            </a:r>
          </a:p>
          <a:p>
            <a:r>
              <a:rPr lang="en-US" sz="2800" b="0" dirty="0"/>
              <a:t>                            Đoàn Ngọc </a:t>
            </a:r>
            <a:r>
              <a:rPr lang="en-US" sz="2800" b="0" dirty="0" err="1"/>
              <a:t>Toàn</a:t>
            </a:r>
            <a:r>
              <a:rPr lang="en-US" sz="2800" b="0" dirty="0"/>
              <a:t> – 20225100</a:t>
            </a:r>
          </a:p>
          <a:p>
            <a:r>
              <a:rPr lang="en-US" sz="2800" b="0" dirty="0"/>
              <a:t>GVHD: TS. </a:t>
            </a:r>
            <a:r>
              <a:rPr lang="en-US" sz="2800" b="0" dirty="0" err="1"/>
              <a:t>Đỗ</a:t>
            </a:r>
            <a:r>
              <a:rPr lang="en-US" sz="2800" b="0" dirty="0"/>
              <a:t> Bá Lâm</a:t>
            </a:r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MỤC LỤC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3.Công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&amp;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nghiệm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5.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&amp;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hướng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7ECF-1792-4255-AF79-1338056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365B-2C63-46A3-AD64-BA52831BE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012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base"/>
            <a:r>
              <a:rPr lang="en-US" b="1" dirty="0" err="1"/>
              <a:t>Vấn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sắm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áo</a:t>
            </a:r>
            <a:r>
              <a:rPr lang="en-US" dirty="0"/>
              <a:t> </a:t>
            </a:r>
            <a:r>
              <a:rPr lang="en-US" dirty="0" err="1"/>
              <a:t>thun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r>
              <a:rPr lang="en-US" dirty="0"/>
              <a:t> web.</a:t>
            </a:r>
          </a:p>
          <a:p>
            <a:pPr fontAlgn="base"/>
            <a:r>
              <a:rPr lang="en-US" b="1" dirty="0" err="1"/>
              <a:t>Giải</a:t>
            </a:r>
            <a:r>
              <a:rPr lang="en-US" b="1" dirty="0"/>
              <a:t> </a:t>
            </a:r>
            <a:r>
              <a:rPr lang="en-US" b="1" dirty="0" err="1"/>
              <a:t>pháp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web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Frontend-Backend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,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tùy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(Sandbox).</a:t>
            </a:r>
          </a:p>
          <a:p>
            <a:pPr fontAlgn="base"/>
            <a:r>
              <a:rPr lang="en-US" b="1" dirty="0" err="1"/>
              <a:t>Tên</a:t>
            </a:r>
            <a:r>
              <a:rPr lang="en-US" b="1" dirty="0"/>
              <a:t> </a:t>
            </a:r>
            <a:r>
              <a:rPr lang="en-US" b="1" dirty="0" err="1"/>
              <a:t>dự</a:t>
            </a:r>
            <a:r>
              <a:rPr lang="en-US" b="1" dirty="0"/>
              <a:t> </a:t>
            </a:r>
            <a:r>
              <a:rPr lang="en-US" b="1" dirty="0" err="1"/>
              <a:t>án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b="1" dirty="0" err="1"/>
              <a:t>CustomTees</a:t>
            </a:r>
            <a:r>
              <a:rPr lang="en-US" dirty="0"/>
              <a:t> –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áo</a:t>
            </a:r>
            <a:r>
              <a:rPr lang="en-US" dirty="0"/>
              <a:t> </a:t>
            </a:r>
            <a:r>
              <a:rPr lang="en-US" dirty="0" err="1"/>
              <a:t>thun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.</a:t>
            </a:r>
          </a:p>
          <a:p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 </a:t>
            </a:r>
            <a:r>
              <a:rPr lang="en-US" b="1" dirty="0" err="1"/>
              <a:t>chính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; 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DB0CC-A325-A92A-BD7C-3272FC143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C437B6-1762-2CB4-69E5-28B11453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BBA0E3-13DB-2D3A-3EA3-5A274BBB5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EC2CFF-8825-3B09-1103-1061C42A86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vi-VN" sz="2400" b="1" dirty="0"/>
              <a:t>Đầu vào (Input):</a:t>
            </a:r>
            <a:endParaRPr lang="vi-VN" sz="2400" dirty="0"/>
          </a:p>
          <a:p>
            <a:pPr fontAlgn="base"/>
            <a:r>
              <a:rPr lang="vi-VN" sz="2400" b="1" dirty="0"/>
              <a:t>Người dùng:</a:t>
            </a:r>
            <a:r>
              <a:rPr lang="vi-VN" sz="2400" dirty="0"/>
              <a:t> Thông tin tài khoản (Khách hàng/Admin).</a:t>
            </a:r>
          </a:p>
          <a:p>
            <a:pPr fontAlgn="base"/>
            <a:r>
              <a:rPr lang="vi-VN" sz="2400" b="1" dirty="0"/>
              <a:t>Sản phẩm:</a:t>
            </a:r>
            <a:r>
              <a:rPr lang="vi-VN" sz="2400" dirty="0"/>
              <a:t> Chi tiết áo thun (Tên, mô tả, giá, ảnh mẫu).</a:t>
            </a:r>
          </a:p>
          <a:p>
            <a:pPr fontAlgn="base"/>
            <a:r>
              <a:rPr lang="vi-VN" sz="2400" b="1" dirty="0"/>
              <a:t>Thiết kế:</a:t>
            </a:r>
            <a:r>
              <a:rPr lang="vi-VN" sz="2400" dirty="0"/>
              <a:t> Ảnh cá nhân tải lên và thông số tùy chỉnh (vị trí, kích thước).</a:t>
            </a:r>
          </a:p>
          <a:p>
            <a:pPr fontAlgn="base"/>
            <a:r>
              <a:rPr lang="vi-VN" sz="2400" b="1" dirty="0"/>
              <a:t>Giao dịch:</a:t>
            </a:r>
            <a:r>
              <a:rPr lang="vi-VN" sz="2400" dirty="0"/>
              <a:t> Thông tin đơn hàng, số lượng và phương thức thanh toán.</a:t>
            </a:r>
          </a:p>
          <a:p>
            <a:r>
              <a:rPr lang="vi-VN" sz="2400" b="1" dirty="0"/>
              <a:t>Đầu ra (Output):</a:t>
            </a:r>
            <a:endParaRPr lang="vi-VN" sz="2400" dirty="0"/>
          </a:p>
          <a:p>
            <a:pPr fontAlgn="base"/>
            <a:r>
              <a:rPr lang="vi-VN" sz="2400" b="1" dirty="0"/>
              <a:t>Đơn hàng:</a:t>
            </a:r>
            <a:r>
              <a:rPr lang="vi-VN" sz="2400" dirty="0"/>
              <a:t> Bản ghi giao dịch và trạng thái xử lý thực tế.</a:t>
            </a:r>
          </a:p>
          <a:p>
            <a:pPr fontAlgn="base"/>
            <a:r>
              <a:rPr lang="vi-VN" sz="2400" b="1" dirty="0"/>
              <a:t>Sản phẩm hoàn thiện:</a:t>
            </a:r>
            <a:r>
              <a:rPr lang="vi-VN" sz="2400" dirty="0"/>
              <a:t> Thiết kế áo thun đã cá nhân hóa theo từng đơn hàng.</a:t>
            </a:r>
          </a:p>
          <a:p>
            <a:pPr fontAlgn="base"/>
            <a:r>
              <a:rPr lang="vi-VN" sz="2400" b="1" dirty="0"/>
              <a:t>Dữ liệu quản trị:</a:t>
            </a:r>
            <a:r>
              <a:rPr lang="vi-VN" sz="2400" dirty="0"/>
              <a:t> Hệ thống báo cáo thống kê, danh sách quản lý và đánh giá khách hàng.</a:t>
            </a:r>
          </a:p>
        </p:txBody>
      </p:sp>
    </p:spTree>
    <p:extLst>
      <p:ext uri="{BB962C8B-B14F-4D97-AF65-F5344CB8AC3E}">
        <p14:creationId xmlns:p14="http://schemas.microsoft.com/office/powerpoint/2010/main" val="2246052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FFF2F-41CB-E1D7-7598-974172B3D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70D8A-E105-62CA-3DAB-C7C4C3531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8903C-A45F-E6DB-BF52-2045011709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EF60B-C09F-07A8-5C7D-B514958E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611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ED683-2E12-AC94-0392-48D6A4534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05A3C6-E6C6-4272-2E70-CD62B1826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5E3C7B-C42F-9EE6-4438-BE42442C5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B44677-D586-4168-5AF9-5971115BE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990435"/>
              </p:ext>
            </p:extLst>
          </p:nvPr>
        </p:nvGraphicFramePr>
        <p:xfrm>
          <a:off x="1524000" y="1397000"/>
          <a:ext cx="6096000" cy="430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414274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7141987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58773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STT</a:t>
                      </a:r>
                      <a:endParaRPr lang="en-US" dirty="0">
                        <a:effectLst/>
                        <a:latin typeface="Lato" panose="020F0502020204030203" pitchFamily="34" charset="0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Tên tác nhân</a:t>
                      </a:r>
                      <a:endParaRPr lang="en-US">
                        <a:effectLst/>
                        <a:latin typeface="Lato" panose="020F0502020204030203" pitchFamily="34" charset="0"/>
                      </a:endParaRPr>
                    </a:p>
                  </a:txBody>
                  <a:tcPr marL="73025" marR="73025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Mô tả tác nhân</a:t>
                      </a:r>
                      <a:endParaRPr lang="en-US">
                        <a:effectLst/>
                        <a:latin typeface="Lato" panose="020F0502020204030203" pitchFamily="34" charset="0"/>
                      </a:endParaRPr>
                    </a:p>
                  </a:txBody>
                  <a:tcPr marL="73025" marR="73025" anchor="ctr"/>
                </a:tc>
                <a:extLst>
                  <a:ext uri="{0D108BD9-81ED-4DB2-BD59-A6C34878D82A}">
                    <a16:rowId xmlns:a16="http://schemas.microsoft.com/office/drawing/2014/main" val="4123521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</a:t>
                      </a:r>
                      <a:endParaRPr lang="en-US" dirty="0">
                        <a:effectLst/>
                        <a:latin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Admin</a:t>
                      </a:r>
                      <a:endParaRPr lang="en-US">
                        <a:effectLst/>
                        <a:latin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8100" marR="109118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vi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Quản trị viên hệ thống. </a:t>
                      </a:r>
                    </a:p>
                    <a:p>
                      <a:pPr marL="38100" marR="109118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vi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Có quyền quản lý sản phẩm, đơn hàng, đánh giá, thông báo và xem thống kê hoạt động của hệ thống.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328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</a:t>
                      </a:r>
                      <a:endParaRPr lang="en-US">
                        <a:effectLst/>
                        <a:latin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Customer </a:t>
                      </a:r>
                      <a:endParaRPr lang="en-US">
                        <a:effectLst/>
                        <a:latin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8100" marR="109118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vi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Người dùng đã đăng nhập hệ thống. </a:t>
                      </a:r>
                    </a:p>
                    <a:p>
                      <a:pPr marL="38100" marR="109118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vi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Có thể thực hiện các chức năng mua sắm, custom áo, đặt hàng, thanh toán, theo dõi đơn hàng và đánh giá sản phẩm.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564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3</a:t>
                      </a:r>
                      <a:endParaRPr lang="en-US">
                        <a:effectLst/>
                        <a:latin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Guest</a:t>
                      </a:r>
                      <a:endParaRPr lang="en-US">
                        <a:effectLst/>
                        <a:latin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8100" marR="109118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vi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Người dùng chưa đăng nhập hệ thống.</a:t>
                      </a:r>
                    </a:p>
                    <a:p>
                      <a:pPr marL="38100" marR="109118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vi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Có thể truy cập và sử dụng các chức năng công khai như xem danh sách sản phẩm, xem chi tiết sản phẩm và đăng ký/đăng nhập.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9275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89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9A3BB-2E48-A9DD-AAA7-AD75352FC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6D4BA-7135-AB7A-FBB9-5B45E8ECF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Công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C1905-C404-6A79-E5FF-43A6D4E0C4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C213D-593B-F9FA-048A-7B190FCB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252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F8254-449D-6F5A-9CF9-0C190C9F4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C2B616-FF5F-1FBB-848E-58E450A61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7C5CB1-63A1-E1E1-3381-C062C4B60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Công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FAEC8-8EB0-A9C8-8D6D-712BF1A85A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87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309FA-EE17-7108-15F9-DDB3F0A02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A0E57-FBB3-0810-A27E-3C8E1D7EA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&amp;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nghiệm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221C8-73A3-477C-ECAA-76A048C4E1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5C481-FB08-A0E2-6C92-5FCACC68E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298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27DA9-FD86-CEDF-03DF-1DA9B3BC8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B93693-DD77-6A07-D273-CE960B2F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B79522-3212-4BA6-8685-0AFFF6F41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&amp;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nghiệm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68660-456D-0F8B-D75E-2723EDF977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06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89D5B-F944-F107-92CF-02EF19F0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E099A-A145-32EE-685D-D7EBF031B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&amp;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hướng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63870-896F-8211-AAA0-5331E352CA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31E8B-7F5F-A196-8D2F-F57693B7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46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827D3-DE1C-D56F-F593-67668E285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A33E4C-6273-81D4-7844-9274078CE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7109B6-E3E8-A3A8-B5A3-A6828D3EA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&amp;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hướng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E953EC-F0E7-2444-F1FE-1A8250FC02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832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248</TotalTime>
  <Words>493</Words>
  <Application>Microsoft Office PowerPoint</Application>
  <PresentationFormat>On-screen Show (4:3)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Lato</vt:lpstr>
      <vt:lpstr>Times New Roman</vt:lpstr>
      <vt:lpstr>Office Theme</vt:lpstr>
      <vt:lpstr>PowerPoint Presentation</vt:lpstr>
      <vt:lpstr>MỤC LỤC</vt:lpstr>
      <vt:lpstr>1. Giới thiệu vấn đề</vt:lpstr>
      <vt:lpstr>1. Giới thiệu vấn đề</vt:lpstr>
      <vt:lpstr>1. Giới thiệu vấn đề</vt:lpstr>
      <vt:lpstr>2. Phân tích vấn đề</vt:lpstr>
      <vt:lpstr>2. Phân tích vấn đề</vt:lpstr>
      <vt:lpstr>3. Công nghệ sử dụng</vt:lpstr>
      <vt:lpstr>3. Công nghệ sử dụng</vt:lpstr>
      <vt:lpstr>4. Đánh giá &amp; thực nghiệm</vt:lpstr>
      <vt:lpstr>4. Đánh giá &amp; thực nghiệm</vt:lpstr>
      <vt:lpstr>5. Kết luận &amp; phương hướng</vt:lpstr>
      <vt:lpstr>5. Kết luận &amp; phương hướng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Doan Ngoc Toan 20225100</cp:lastModifiedBy>
  <cp:revision>16</cp:revision>
  <dcterms:created xsi:type="dcterms:W3CDTF">2021-05-28T04:32:29Z</dcterms:created>
  <dcterms:modified xsi:type="dcterms:W3CDTF">2026-01-09T01:55:54Z</dcterms:modified>
</cp:coreProperties>
</file>